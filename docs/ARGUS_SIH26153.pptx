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b.ca/cic/datasets/ids-2017.html" TargetMode="External"/><Relationship Id="rId3" Type="http://schemas.openxmlformats.org/officeDocument/2006/relationships/hyperlink" Target="https://research.unsw.edu.au/projects/unsw-nb15-dataset" TargetMode="External"/><Relationship Id="rId4" Type="http://schemas.openxmlformats.org/officeDocument/2006/relationships/hyperlink" Target="https://attack.mitre.org" TargetMode="External"/><Relationship Id="rId5" Type="http://schemas.openxmlformats.org/officeDocument/2006/relationships/hyperlink" Target="https://arxiv.org/abs/1705.07874" TargetMode="External"/><Relationship Id="rId6" Type="http://schemas.openxmlformats.org/officeDocument/2006/relationships/hyperlink" Target="https://arxiv.org/abs/1803.10122" TargetMode="External"/><Relationship Id="rId1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ARGUS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network attack forecasting from network traffic data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Problem Statement SIH26153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280160"/>
            <a:ext cx="2377440" cy="2377440"/>
          </a:xfrm>
          <a:prstGeom prst="ellipse">
            <a:avLst/>
          </a:prstGeom>
          <a:solidFill>
            <a:srgbClr val="13242C"/>
          </a:solidFill>
          <a:ln w="19050">
            <a:solidFill>
              <a:srgbClr val="23404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9202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017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606040" cy="3429000"/>
          </a:xfrm>
          <a:prstGeom prst="rect">
            <a:avLst/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53162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3774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 reads network flow data (CSV or PCAP) and groups it into time windows.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forecasts attack probability and the likely attack stage for the next 5 to 25 minutes.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shows risk, forecast and reasons.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268980" y="1234440"/>
            <a:ext cx="2606040" cy="3429000"/>
          </a:xfrm>
          <a:prstGeom prst="rect">
            <a:avLst/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97580" y="141732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5316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9758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helps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3497580" y="23774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alert after an attack has started. ARGUS gives analysts minutes of warning.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prediction tells the team what to block first.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contributing features explain every alert.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080760" y="1234440"/>
            <a:ext cx="2606040" cy="3429000"/>
          </a:xfrm>
          <a:prstGeom prst="rect">
            <a:avLst/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15316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0936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new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309360" y="23774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sequence (recon, lateral movement, exfiltration), not one label.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Per-window probability with a clear alert threshold.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and light enough to run on a normal CPU.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017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234440" cy="1600200"/>
          </a:xfrm>
          <a:prstGeom prst="rect">
            <a:avLst/>
          </a:prstGeom>
          <a:solidFill>
            <a:srgbClr val="13242C"/>
          </a:solidFill>
          <a:ln w="12700">
            <a:solidFill>
              <a:srgbClr val="13242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600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98424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data from CSV or PCAP files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56232" y="1188720"/>
            <a:ext cx="1234440" cy="1600200"/>
          </a:xfrm>
          <a:prstGeom prst="rect">
            <a:avLst/>
          </a:prstGeom>
          <a:solidFill>
            <a:srgbClr val="13242C"/>
          </a:solidFill>
          <a:ln w="12700">
            <a:solidFill>
              <a:srgbClr val="13242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965960" y="1600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scale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965960" y="198424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saved scaler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090672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55264" y="1188720"/>
            <a:ext cx="1234440" cy="1600200"/>
          </a:xfrm>
          <a:prstGeom prst="rect">
            <a:avLst/>
          </a:prstGeom>
          <a:solidFill>
            <a:srgbClr val="13242C"/>
          </a:solidFill>
          <a:ln w="12700">
            <a:solidFill>
              <a:srgbClr val="1324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64992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364992" y="1600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and features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364992" y="198424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and RST counts, payload size, port activity, inter-arrival time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489704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654296" y="1188720"/>
            <a:ext cx="1234440" cy="1600200"/>
          </a:xfrm>
          <a:prstGeom prst="rect">
            <a:avLst/>
          </a:prstGeom>
          <a:solidFill>
            <a:srgbClr val="13242C"/>
          </a:solidFill>
          <a:ln w="12700">
            <a:solidFill>
              <a:srgbClr val="1324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64024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764024" y="1600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764024" y="198424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model predicts the next 5 to 25 minutes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888736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053328" y="1188720"/>
            <a:ext cx="1234440" cy="1600200"/>
          </a:xfrm>
          <a:prstGeom prst="rect">
            <a:avLst/>
          </a:prstGeom>
          <a:solidFill>
            <a:srgbClr val="13242C"/>
          </a:solidFill>
          <a:ln w="12700">
            <a:solidFill>
              <a:srgbClr val="13242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63056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163056" y="1600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reasons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163056" y="198424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stage and top features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287768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452360" y="1188720"/>
            <a:ext cx="1234440" cy="1600200"/>
          </a:xfrm>
          <a:prstGeom prst="rect">
            <a:avLst/>
          </a:prstGeom>
          <a:solidFill>
            <a:srgbClr val="13242C"/>
          </a:solidFill>
          <a:ln w="12700">
            <a:solidFill>
              <a:srgbClr val="13242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562088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562088" y="1600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562088" y="198424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backend, live risk and alerts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212080" cy="1783080"/>
          </a:xfrm>
          <a:prstGeom prst="rect">
            <a:avLst/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34747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data: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PyTorch, scikit-learn, pandas, NumPy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CIC-IDS2017, UNSW-NB15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HTML, CSS, JavaScript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stages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CPU server or laptop; GPU optional for training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897880" y="3017520"/>
            <a:ext cx="2788920" cy="1783080"/>
          </a:xfrm>
          <a:prstGeom prst="rect">
            <a:avLst/>
          </a:prstGeom>
          <a:solidFill>
            <a:srgbClr val="13242C"/>
          </a:solidFill>
          <a:ln w="12700">
            <a:solidFill>
              <a:srgbClr val="13242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08076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080760" y="3474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live: risk gauge, forecast, stage timeline, feature 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run the model on uploaded CSV files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5 labeled scenarios, easy and hard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017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834640" cy="3520440"/>
          </a:xfrm>
          <a:prstGeom prst="rect">
            <a:avLst/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feasible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labeled datasets exist (CIC-IDS2017, UNSW-NB15).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stack: Python, PyTorch, Flask.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flow metadata only, so encrypted traffic and privacy are not a blocker.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dashboard already runs.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1234440"/>
          <a:ext cx="5166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or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handle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2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 on harmless traffic spikes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flash-crowd tests; tune the threshold using precision and 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attacks hide in low 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duration and byte features, not only packet counts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may not generalize to new networks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on several datasets and test on a held-out 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by time window with a lightweight model on CPU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017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teams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warning, fewer blind spots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mid-size organizations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protection without a large SOC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critical services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downtime during attacks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and campuses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networks kept available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023360" y="1234440"/>
            <a:ext cx="4663440" cy="1051560"/>
          </a:xfrm>
          <a:prstGeom prst="rect">
            <a:avLst/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1508760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970" y="163449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37760" y="1344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937760" y="1645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public and campus services online and protects personal data from breaches.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023360" y="2450592"/>
            <a:ext cx="4663440" cy="1051560"/>
          </a:xfrm>
          <a:prstGeom prst="rect">
            <a:avLst/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06240" y="2724912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970" y="2850642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3776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937760" y="28620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the cost of downtime and emergency response by acting before damage spreads.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023360" y="3666744"/>
            <a:ext cx="4663440" cy="1051560"/>
          </a:xfrm>
          <a:prstGeom prst="rect">
            <a:avLst/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206240" y="3941064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970" y="4066794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937760" y="3776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493776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flow-based model on CPU avoids energy-heavy deep packet inspection.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017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Sharafaldin, Lashkari, Ghorbani. CIC-IDS2017 intrusion detection dataset. ICISSP 2018. </a:t>
            </a:r>
            <a:pPr indent="0" marL="0">
              <a:buNone/>
            </a:pPr>
            <a:r>
              <a:rPr lang="en-US" sz="1300" u="sng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https://www.unb.ca/cic/datasets/ids-2017.html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Moustafa, Slay. UNSW-NB15 data set for network intrusion detection. MilCIS 2015. </a:t>
            </a:r>
            <a:pPr indent="0" marL="0">
              <a:buNone/>
            </a:pPr>
            <a:r>
              <a:rPr lang="en-US" sz="1300" u="sng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https://research.unsw.edu.au/projects/unsw-nb15-dataset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MITRE ATT&amp;CK knowledge base of adversary tactics and techniques. </a:t>
            </a:r>
            <a:pPr indent="0" marL="0">
              <a:buNone/>
            </a:pPr>
            <a:r>
              <a:rPr lang="en-US" sz="1300" u="sng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https://attack.mitre.org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Lundberg, Lee. A Unified Approach to Interpreting Model Predictions (SHAP). NeurIPS 2017. </a:t>
            </a:r>
            <a:pPr indent="0" marL="0">
              <a:buNone/>
            </a:pPr>
            <a:r>
              <a:rPr lang="en-US" sz="1300" u="sng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https://arxiv.org/abs/1705.07874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Ha, Schmidhuber. World Models. 2018. </a:t>
            </a:r>
            <a:pPr indent="0" marL="0">
              <a:buNone/>
            </a:pPr>
            <a:r>
              <a:rPr lang="en-US" sz="1300" u="sng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https://arxiv.org/abs/1803.10122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Hutchins, Cloppert, Amin. Intelligence-Driven Computer Network Defense and Intrusion Kill Chains. Lockheed Martin, 2011.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 - SIH26153</dc:title>
  <dc:subject>PptxGenJS Presentation</dc:subject>
  <dc:creator>PptxGenJS</dc:creator>
  <cp:lastModifiedBy>PptxGenJS</cp:lastModifiedBy>
  <cp:revision>1</cp:revision>
  <dcterms:created xsi:type="dcterms:W3CDTF">2026-10-04T03:49:21Z</dcterms:created>
  <dcterms:modified xsi:type="dcterms:W3CDTF">2026-10-04T03:49:21Z</dcterms:modified>
</cp:coreProperties>
</file>